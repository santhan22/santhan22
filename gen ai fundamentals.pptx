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Explain that GenAI systems do not copy or look up answers—they generate new content token by token.</a:t>
            </a:r>
          </a:p>
          <a:p>
            <a:r>
              <a:t>Highlight that this is possible due to Large Language Models (LLMs) built on transformers.</a:t>
            </a:r>
          </a:p>
          <a:p>
            <a:r>
              <a:t>Give simple examples like chatbots, AI writing tools, and image generators.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Tell the audience that GenAI cannot be understood without understanding how machines interpret text.</a:t>
            </a:r>
          </a:p>
          <a:p>
            <a:r>
              <a:t>Emphasize this as the foundation for everything that comes later.</a:t>
            </a:r>
          </a:p>
          <a:p>
            <a:r>
              <a:t>Briefly introduce each concept; detailed explanations will follow on upcoming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Give an example: The word 'dog' becomes a vector like [0.1, -0.3, 0.8…].</a:t>
            </a:r>
          </a:p>
          <a:p>
            <a:r>
              <a:t>Explain that vectors allow mathematical comparison—closer vectors = similar meaning.</a:t>
            </a:r>
          </a:p>
          <a:p>
            <a:r>
              <a:t>Reassure the audience that they don’t need math; just the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Explain how embeddings are trained by reading billions of sentences.</a:t>
            </a:r>
          </a:p>
          <a:p>
            <a:r>
              <a:t>Mention applications: search engines, recommendation, document retrieval, RAG.</a:t>
            </a:r>
          </a:p>
          <a:p>
            <a:r>
              <a:t>Use simple visual metaphor: 'meaning map' where related items cluster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Highlight polysemy: the word 'Apple' has different embeddings based on context.</a:t>
            </a:r>
          </a:p>
          <a:p>
            <a:r>
              <a:t>Use this to show why traditional keyword search often fails compared to embedding-based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Give quick examples: 'car' vs 'automobile' treated as unrelated.</a:t>
            </a:r>
          </a:p>
          <a:p>
            <a:r>
              <a:t>Explain how models couldn't understand long sentences or word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Explain that while RNNs were a step forward, they couldn't handle long context or massive text.</a:t>
            </a:r>
          </a:p>
          <a:p>
            <a:r>
              <a:t>Use a metaphor: reading a book one word at a time without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Say this is the most important concept of the day.</a:t>
            </a:r>
          </a:p>
          <a:p>
            <a:r>
              <a:t>Transformers solved long context and enabled massive model scaling.</a:t>
            </a:r>
          </a:p>
          <a:p>
            <a:r>
              <a:t>Mention 2017 paper: 'Attention is All You Need'.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Use the 'bank' example: river bank vs financial bank.</a:t>
            </a:r>
          </a:p>
          <a:p>
            <a:r>
              <a:t>Explain multi-head attention simply: different attention heads look for different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Reassure the audience that LLMs don't “know”—they predict.</a:t>
            </a:r>
          </a:p>
          <a:p>
            <a:r>
              <a:t>Explain that scale (data + parameters) produces emergent intelligence-like behaviors.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Tell them Day 2 is more hands-on with LLM behavior.</a:t>
            </a:r>
          </a:p>
          <a:p>
            <a:r>
              <a:t>Mention that LangChain will help turn LLMs into applications.</a:t>
            </a:r>
          </a:p>
          <a:p>
            <a:r>
              <a:t>Close by saying today gave them the foundation needed to understand GenAI deeply.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creates new content — text, images, audio, code.</a:t>
            </a:r>
          </a:p>
          <a:p>
            <a:pPr lvl="1"/>
            <a:r>
              <a:t>It generates outputs based on learned patterns, not retrieval.</a:t>
            </a:r>
          </a:p>
          <a:p>
            <a:pPr lvl="1"/>
            <a:r>
              <a:t>Examples: GPT, Claude, Llama, DALL·E, Stable Diffusion.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Discussing GenAI, Key Concepts Are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Machines process numbers, not text → Vectorization.</a:t>
            </a:r>
          </a:p>
          <a:p>
            <a:pPr lvl="1"/>
            <a:r>
              <a:t>Embeddings capture semantic meaning.</a:t>
            </a:r>
          </a:p>
          <a:p>
            <a:pPr lvl="1"/>
            <a:r>
              <a:t>Traditional NLP limitations → BoW, TF-IDF.</a:t>
            </a:r>
          </a:p>
          <a:p>
            <a:pPr lvl="1"/>
            <a:r>
              <a:t>RNNs &amp; LSTMs → earlier sequence models.</a:t>
            </a:r>
          </a:p>
          <a:p>
            <a:pPr lvl="1"/>
            <a:r>
              <a:t>Transformers → breakthrough architecture.</a:t>
            </a:r>
          </a:p>
          <a:p>
            <a:pPr lvl="1"/>
            <a:r>
              <a:t>Transformers → LLMs → GenAI.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Vectorization — How Machines See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Computers operate on numbers, not raw text.</a:t>
            </a:r>
          </a:p>
          <a:p>
            <a:pPr lvl="1"/>
            <a:r>
              <a:t>Vectorization converts words/sentences into numerical vectors.</a:t>
            </a:r>
          </a:p>
          <a:p>
            <a:pPr lvl="1"/>
            <a:r>
              <a:t>Distances between vectors reflect similarity.</a:t>
            </a:r>
          </a:p>
          <a:p>
            <a:pPr lvl="1"/>
            <a:r>
              <a:t>Fundamental for search, embeddings, and LLMs.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— Representing Meaning in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Dense vector representations that capture semantic meaning.</a:t>
            </a:r>
          </a:p>
          <a:p>
            <a:pPr lvl="1"/>
            <a:r>
              <a:t>Words used in similar contexts get similar embeddings.</a:t>
            </a:r>
          </a:p>
          <a:p>
            <a:pPr lvl="1"/>
            <a:r>
              <a:t>Supports semantic search and retrieval.</a:t>
            </a:r>
          </a:p>
          <a:p>
            <a:pPr lvl="1"/>
            <a:r>
              <a:t>Captures relationships like king – man + woman ≈ queen.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Sentence 1: 'Apple released a new iPhone.'</a:t>
            </a:r>
          </a:p>
          <a:p>
            <a:pPr lvl="1"/>
            <a:r>
              <a:t>Sentence 2: 'Samsung announced a new smartphone.'</a:t>
            </a:r>
          </a:p>
          <a:p>
            <a:pPr lvl="1"/>
            <a:r>
              <a:t>Sentence 3: 'I ate a fresh apple.'</a:t>
            </a:r>
          </a:p>
          <a:p>
            <a:pPr lvl="1"/>
            <a:r>
              <a:t>Embeddings show: (1) &amp; (2) similar, (1) &amp; (3) not similar.</a:t>
            </a:r>
          </a:p>
          <a:p>
            <a:pPr lvl="1"/>
            <a:r>
              <a:t>Context determines embedding meaning.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Traditional NLP Was Limited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BoW &amp; TF-IDF only count words; no understanding.</a:t>
            </a:r>
          </a:p>
          <a:p>
            <a:pPr lvl="1"/>
            <a:r>
              <a:t>Cannot interpret synonyms, context, or ambiguity.</a:t>
            </a:r>
          </a:p>
          <a:p>
            <a:pPr lvl="1"/>
            <a:r>
              <a:t>Poor performance on reasoning tasks.</a:t>
            </a:r>
          </a:p>
          <a:p>
            <a:pPr lvl="1"/>
            <a:r>
              <a:t>Motivated development of better sequence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Models Before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RNNs &amp; LSTMs processed sequences word-by-word.</a:t>
            </a:r>
          </a:p>
          <a:p>
            <a:pPr lvl="1"/>
            <a:r>
              <a:t>Struggled with long-term dependencies.</a:t>
            </a:r>
          </a:p>
          <a:p>
            <a:pPr lvl="1"/>
            <a:r>
              <a:t>Sequential processing → slow, not scalable.</a:t>
            </a:r>
          </a:p>
          <a:p>
            <a:pPr lvl="1"/>
            <a:r>
              <a:t>Hard to train on very large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Transformers: The Breakthrough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Introduced self-attention mechanism.</a:t>
            </a:r>
          </a:p>
          <a:p>
            <a:pPr lvl="1"/>
            <a:r>
              <a:t>Process all words simultaneously (parallel).</a:t>
            </a:r>
          </a:p>
          <a:p>
            <a:pPr lvl="1"/>
            <a:r>
              <a:t>Maintain long-range context effectively.</a:t>
            </a:r>
          </a:p>
          <a:p>
            <a:pPr lvl="1"/>
            <a:r>
              <a:t>Backbone of all modern LLMs.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Self-Attention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word evaluates its relation to every other word.</a:t>
            </a:r>
          </a:p>
          <a:p>
            <a:pPr lvl="1"/>
            <a:r>
              <a:t>Correctly interprets ambiguous words using context.</a:t>
            </a:r>
          </a:p>
          <a:p>
            <a:pPr lvl="1"/>
            <a:r>
              <a:t>Multi-head attention captures multiple perspectives.</a:t>
            </a:r>
          </a:p>
          <a:p>
            <a:pPr lvl="1"/>
            <a:r>
              <a:t>Positional embeddings preserve word order.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Transformers Lead to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= giant transformers trained on massive corpora.</a:t>
            </a:r>
          </a:p>
          <a:p>
            <a:pPr lvl="1"/>
            <a:r>
              <a:t>Training target: predict the next token.</a:t>
            </a:r>
          </a:p>
          <a:p>
            <a:pPr lvl="1"/>
            <a:r>
              <a:t>Emergent abilities: reasoning, summarization, coding.</a:t>
            </a:r>
          </a:p>
          <a:p>
            <a:pPr lvl="1"/>
            <a:r>
              <a:t>Limitations: hallucinations, no built-in fact-checking.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Tomorrow’s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/>
              <a:t>LLM features and characteristics</a:t>
            </a:r>
            <a:endParaRPr lang="en-IN"/>
          </a:p>
          <a:p>
            <a:pPr lvl="1"/>
            <a:r>
              <a:t>Introduction to LangChain and components.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2339</Words>
  <Application>WPS Presentation</Application>
  <PresentationFormat>On-screen Show (4:3)</PresentationFormat>
  <Paragraphs>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What is Generative AI?</vt:lpstr>
      <vt:lpstr>Before Discussing GenAI, Key Concepts Are Required</vt:lpstr>
      <vt:lpstr>Vectorization — How Machines See Text</vt:lpstr>
      <vt:lpstr>Embeddings — Representing Meaning in Vectors</vt:lpstr>
      <vt:lpstr>Embedding Example</vt:lpstr>
      <vt:lpstr>Why Traditional NLP Was Limited</vt:lpstr>
      <vt:lpstr>Sequence Models Before Transformers</vt:lpstr>
      <vt:lpstr>Transformers: The Breakthrough</vt:lpstr>
      <vt:lpstr>Self-Attention Explained</vt:lpstr>
      <vt:lpstr>How Transformers Lead to LLMs</vt:lpstr>
      <vt:lpstr>Tomorrow’s Topics — Day 2 Preview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santh</cp:lastModifiedBy>
  <cp:revision>2</cp:revision>
  <dcterms:created xsi:type="dcterms:W3CDTF">2013-01-27T09:14:00Z</dcterms:created>
  <dcterms:modified xsi:type="dcterms:W3CDTF">2025-12-02T19:51:27Z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63F9A8C8DEB2405689713498A3066B70_13</vt:lpwstr>
  </property>
  <property fmtid="{D5CDD505-2E9C-101B-9397-08002B2CF9AE}" pid="3" name="KSOProductBuildVer">
    <vt:lpwstr>2057-12.2.0.23149</vt:lpwstr>
  </property>
</Properties>
</file>